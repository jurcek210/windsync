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91C8482-08BF-1B41-5291-2C9DE7826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5B7B65B8-6BE3-D65A-7486-8F5593C87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488F3DD-C454-2013-AAB6-1F7A316A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0E8-9E4F-4C57-BEDF-4885511D1DDB}" type="datetimeFigureOut">
              <a:rPr lang="sl-SI" smtClean="0"/>
              <a:t>28. 05. 2025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BD45C9AE-0D7A-2FE6-8825-B3A58FEC3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AD0456A9-E68C-D17A-ED5A-181B1076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D66C-101D-424E-A374-63F3BEBFE39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64351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2835D53-9AF2-2459-EF03-2F46DE9F2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7AA586F-E922-4E50-1CA8-867B526AE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1B4C08D-00D7-B1F5-DCB4-DA3824BB1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0E8-9E4F-4C57-BEDF-4885511D1DDB}" type="datetimeFigureOut">
              <a:rPr lang="sl-SI" smtClean="0"/>
              <a:t>28. 05. 2025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07DFFA35-8D9B-0CEE-421F-A07FD4AAA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F45730EE-1740-C0AB-7C64-A4CC3374B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D66C-101D-424E-A374-63F3BEBFE39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3457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ED4BE7E-4E76-E033-E964-B60892BD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8F0177ED-B225-C7F8-BCF7-0DE164D56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34F4BF4-3767-BD8B-8330-6C0133717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0E8-9E4F-4C57-BEDF-4885511D1DDB}" type="datetimeFigureOut">
              <a:rPr lang="sl-SI" smtClean="0"/>
              <a:t>28. 05. 2025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35D0E479-529F-7279-7974-9825E46A6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FE782469-A840-890E-BA61-F0C2431B5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D66C-101D-424E-A374-63F3BEBFE39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6676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4CAF81-4CCE-093B-B679-602992215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3F0DE4A-BEBF-96B1-5749-BF79B2795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2F8A29F8-740E-18C6-B545-EA3121C21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F2517064-A653-0E5B-B4DB-53C088A5E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0E8-9E4F-4C57-BEDF-4885511D1DDB}" type="datetimeFigureOut">
              <a:rPr lang="sl-SI" smtClean="0"/>
              <a:t>28. 05. 2025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B19E02CC-1464-FCB8-603D-70CE8524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326773EF-7512-1403-2ED3-D92979C6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D66C-101D-424E-A374-63F3BEBFE39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074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C971AC6-2562-0160-E4F6-2E1C8C27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9BA6038D-EBDC-E3E4-2ED4-F8FD44163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713DE968-101C-6405-8674-0EA1D81F6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49AA4753-4ED4-9289-F969-A3F113A71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18884932-1C73-D640-A1FF-7EDDB9B24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46B16478-110D-6513-137A-D46B32B4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0E8-9E4F-4C57-BEDF-4885511D1DDB}" type="datetimeFigureOut">
              <a:rPr lang="sl-SI" smtClean="0"/>
              <a:t>28. 05. 2025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43223B47-B751-1745-6F7D-C79606A3D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C75C47B4-324C-2F82-878B-7B7248AE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D66C-101D-424E-A374-63F3BEBFE39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0612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0F75B64-0776-658A-0A36-02E60FCB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49B7578C-77E9-8097-7B5E-0D57A6759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0E8-9E4F-4C57-BEDF-4885511D1DDB}" type="datetimeFigureOut">
              <a:rPr lang="sl-SI" smtClean="0"/>
              <a:t>28. 05. 2025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1415257C-A16A-BC2C-95C9-EAD4309E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69DA8A4C-3D18-FE99-9D97-D97900F73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D66C-101D-424E-A374-63F3BEBFE39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051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ABDCDAEC-917B-0CEC-E082-CEC7633FC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0E8-9E4F-4C57-BEDF-4885511D1DDB}" type="datetimeFigureOut">
              <a:rPr lang="sl-SI" smtClean="0"/>
              <a:t>28. 05. 2025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BB53F34D-D534-FF88-AEEF-85C59584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8CB9846B-A2DD-C029-E9AB-36C5F2E1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D66C-101D-424E-A374-63F3BEBFE39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54135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4762007-D1FD-A459-B2A6-4C5789D2C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BB6FB1B-5D51-6F37-E5D7-C64BC4C39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FE124823-2BF6-9B86-70AE-F8D0DAD3E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8BF526EC-9F6C-5F07-8B1D-BB7C30B6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0E8-9E4F-4C57-BEDF-4885511D1DDB}" type="datetimeFigureOut">
              <a:rPr lang="sl-SI" smtClean="0"/>
              <a:t>28. 05. 2025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E3D24270-055F-8AC8-E3D5-0FE2B2EA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90B15CB6-7D57-EF38-1926-40490150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D66C-101D-424E-A374-63F3BEBFE39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4670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E819045-8845-EDFA-04C9-4C4287FE6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CC830093-EE6D-B940-351E-9B82996D73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7A036F7F-1C6E-4038-E206-0102B6E3C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6FB57299-C399-9098-DF03-D3F293735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0E8-9E4F-4C57-BEDF-4885511D1DDB}" type="datetimeFigureOut">
              <a:rPr lang="sl-SI" smtClean="0"/>
              <a:t>28. 05. 2025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BFD33F64-576C-EAE3-304E-E6F3E1B39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12A93DB0-0639-00B2-2526-0FE71E90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D66C-101D-424E-A374-63F3BEBFE39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2579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ADCEF3B-B0D5-AE35-F2D5-21BB5DED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951E37A0-5917-35E7-5772-AF087AF59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CCD5C37-D43C-B9C0-442E-9E85CBDAD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0E8-9E4F-4C57-BEDF-4885511D1DDB}" type="datetimeFigureOut">
              <a:rPr lang="sl-SI" smtClean="0"/>
              <a:t>28. 05. 2025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DBAAAE03-9B62-5FB7-B93C-AF1E025C6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FF3E8685-FFCD-94C5-A501-A72FA68A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D66C-101D-424E-A374-63F3BEBFE39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2888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9E479C62-7FAE-D74D-8305-FF22AAE36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BC8E8485-178F-E5A5-8BC4-CD7F3C3E5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661DF55D-06C4-6F2F-78F5-780C411D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0E8-9E4F-4C57-BEDF-4885511D1DDB}" type="datetimeFigureOut">
              <a:rPr lang="sl-SI" smtClean="0"/>
              <a:t>28. 05. 2025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7008974D-D481-2197-8A61-0EB51D6AA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261805D-FBBC-B677-87E5-D5B2EFF1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D66C-101D-424E-A374-63F3BEBFE39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9992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5887AF41-A728-E65D-1B73-B552FB5CC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579A9B8A-5563-D191-695B-17D0BBF27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2CF7DEF-3B82-F2F6-27E7-1C5193EB9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470E8-9E4F-4C57-BEDF-4885511D1DDB}" type="datetimeFigureOut">
              <a:rPr lang="sl-SI" smtClean="0"/>
              <a:t>28. 05. 2025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00BA9FE3-82DA-182F-5398-40D2408DE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67A11F58-69A8-5141-A3DF-E096EE62D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43D66C-101D-424E-A374-63F3BEBFE39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08330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1926F71-A913-B6A3-533A-919543D0CC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>
                <a:solidFill>
                  <a:schemeClr val="accent4"/>
                </a:solidFill>
              </a:rPr>
              <a:t>Zelena</a:t>
            </a:r>
            <a:r>
              <a:rPr lang="sl-SI" dirty="0"/>
              <a:t> </a:t>
            </a:r>
            <a:br>
              <a:rPr lang="sl-SI" dirty="0"/>
            </a:br>
            <a:r>
              <a:rPr lang="sl-SI" dirty="0">
                <a:solidFill>
                  <a:schemeClr val="accent6"/>
                </a:solidFill>
              </a:rPr>
              <a:t>Mreža</a:t>
            </a:r>
            <a:r>
              <a:rPr lang="sl-SI" dirty="0"/>
              <a:t>	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F28D8D6-B0CC-1594-0BE2-7D943D1832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sl-SI" dirty="0">
                <a:solidFill>
                  <a:srgbClr val="FF0000"/>
                </a:solidFill>
              </a:rPr>
              <a:t>Mentor</a:t>
            </a:r>
            <a:r>
              <a:rPr lang="sl-SI" dirty="0"/>
              <a:t>: dr. Janez Brest	</a:t>
            </a:r>
          </a:p>
          <a:p>
            <a:pPr algn="r"/>
            <a:r>
              <a:rPr lang="sl-SI" dirty="0"/>
              <a:t>Vodja: Jurij Beber</a:t>
            </a:r>
          </a:p>
          <a:p>
            <a:pPr algn="r"/>
            <a:r>
              <a:rPr lang="sl-SI" dirty="0"/>
              <a:t>	Matic Koren</a:t>
            </a:r>
          </a:p>
          <a:p>
            <a:pPr algn="r"/>
            <a:r>
              <a:rPr lang="sl-SI" dirty="0"/>
              <a:t>	Jaka </a:t>
            </a:r>
            <a:r>
              <a:rPr lang="sl-SI" dirty="0" err="1"/>
              <a:t>Jurečko</a:t>
            </a:r>
            <a:r>
              <a:rPr lang="sl-SI" dirty="0"/>
              <a:t> </a:t>
            </a:r>
          </a:p>
        </p:txBody>
      </p:sp>
      <p:pic>
        <p:nvPicPr>
          <p:cNvPr id="1028" name="Picture 4" descr="Svetovna banka: Gradnja sončnih in vetrnih elektrarn v Sloveniji je metanje  denarja skozi okno | Nova24TV">
            <a:extLst>
              <a:ext uri="{FF2B5EF4-FFF2-40B4-BE49-F238E27FC236}">
                <a16:creationId xmlns:a16="http://schemas.microsoft.com/office/drawing/2014/main" id="{124241EF-49E6-3D9E-12B5-AFC650468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26" y="311993"/>
            <a:ext cx="3492586" cy="231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ončne celice lahko v 30 letih ustvarijo 80 mio ton odpadkov | Izvozno okno">
            <a:extLst>
              <a:ext uri="{FF2B5EF4-FFF2-40B4-BE49-F238E27FC236}">
                <a16:creationId xmlns:a16="http://schemas.microsoft.com/office/drawing/2014/main" id="{4CE075F9-0BAA-229D-3171-B7646A7AD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2567" y="305100"/>
            <a:ext cx="3849258" cy="232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189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FEEA142-7264-2FEA-F12D-171BC2F07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Ključne besede	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FEEA8D4-9198-F1CC-6EAA-3AF4FDC39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Zelena mreža</a:t>
            </a:r>
          </a:p>
          <a:p>
            <a:r>
              <a:rPr lang="sl-SI" dirty="0"/>
              <a:t>Kabli, proizvajalci energije, baterija, senzor</a:t>
            </a:r>
          </a:p>
          <a:p>
            <a:r>
              <a:rPr lang="sl-SI" dirty="0"/>
              <a:t>Bend, line, </a:t>
            </a:r>
            <a:r>
              <a:rPr lang="sl-SI" dirty="0" err="1"/>
              <a:t>box</a:t>
            </a:r>
            <a:r>
              <a:rPr lang="sl-SI" dirty="0"/>
              <a:t>, </a:t>
            </a:r>
            <a:r>
              <a:rPr lang="sl-SI" dirty="0" err="1"/>
              <a:t>circle</a:t>
            </a:r>
            <a:r>
              <a:rPr lang="sl-SI" dirty="0"/>
              <a:t>, marker, </a:t>
            </a:r>
            <a:r>
              <a:rPr lang="sl-SI" dirty="0" err="1"/>
              <a:t>connect</a:t>
            </a:r>
            <a:endParaRPr lang="sl-SI" dirty="0"/>
          </a:p>
          <a:p>
            <a:r>
              <a:rPr lang="sl-SI" dirty="0"/>
              <a:t>Let</a:t>
            </a:r>
          </a:p>
          <a:p>
            <a:r>
              <a:rPr lang="sl-SI" dirty="0"/>
              <a:t>Set, </a:t>
            </a:r>
            <a:r>
              <a:rPr lang="sl-SI" dirty="0" err="1"/>
              <a:t>get</a:t>
            </a:r>
            <a:endParaRPr lang="sl-SI" dirty="0"/>
          </a:p>
          <a:p>
            <a:r>
              <a:rPr lang="sl-SI" dirty="0"/>
              <a:t>Area, </a:t>
            </a:r>
            <a:r>
              <a:rPr lang="sl-SI" dirty="0" err="1"/>
              <a:t>Count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232944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46B42C2-D09A-3C8A-7309-073ABE104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Struktura jezika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76BA4A4F-FEEA-3F88-3CE7-D5501D4D0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 err="1"/>
              <a:t>Construct</a:t>
            </a:r>
            <a:r>
              <a:rPr lang="sl-SI" dirty="0"/>
              <a:t>{</a:t>
            </a:r>
          </a:p>
          <a:p>
            <a:pPr marL="457200" lvl="1" indent="0">
              <a:buNone/>
            </a:pPr>
            <a:r>
              <a:rPr lang="sl-SI" dirty="0" err="1"/>
              <a:t>Block</a:t>
            </a:r>
            <a:r>
              <a:rPr lang="sl-SI" dirty="0"/>
              <a:t>{</a:t>
            </a:r>
          </a:p>
          <a:p>
            <a:pPr marL="914400" lvl="2" indent="0">
              <a:buNone/>
            </a:pPr>
            <a:r>
              <a:rPr lang="sl-SI" dirty="0" err="1"/>
              <a:t>Commands</a:t>
            </a:r>
            <a:r>
              <a:rPr lang="sl-SI" dirty="0"/>
              <a:t>;</a:t>
            </a:r>
          </a:p>
          <a:p>
            <a:pPr marL="914400" lvl="2" indent="0">
              <a:buNone/>
            </a:pPr>
            <a:r>
              <a:rPr lang="sl-SI" dirty="0"/>
              <a:t>}</a:t>
            </a:r>
          </a:p>
          <a:p>
            <a:pPr marL="914400" lvl="2" indent="0">
              <a:buNone/>
            </a:pPr>
            <a:r>
              <a:rPr lang="sl-SI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0264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A4C916A-3300-1D32-8EEB-C8EFA3780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Podatkovni tipi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9B2955D-DD09-F83D-8BC0-83E43AF35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 err="1"/>
              <a:t>String</a:t>
            </a:r>
            <a:r>
              <a:rPr lang="sl-SI" dirty="0"/>
              <a:t>: "[a-zA-Z0-9_]*"</a:t>
            </a:r>
            <a:endParaRPr lang="en-SI" dirty="0"/>
          </a:p>
          <a:p>
            <a:r>
              <a:rPr lang="sl-SI" dirty="0"/>
              <a:t>Real</a:t>
            </a:r>
            <a:r>
              <a:rPr lang="en-SI" dirty="0"/>
              <a:t>: [0-9]+.[0-9]* </a:t>
            </a:r>
          </a:p>
          <a:p>
            <a:r>
              <a:rPr lang="en-SI" dirty="0"/>
              <a:t>Variable:  </a:t>
            </a:r>
            <a:r>
              <a:rPr lang="sl-SI" dirty="0"/>
              <a:t>[a-</a:t>
            </a:r>
            <a:r>
              <a:rPr lang="sl-SI" dirty="0" err="1"/>
              <a:t>zA</a:t>
            </a:r>
            <a:r>
              <a:rPr lang="sl-SI" dirty="0"/>
              <a:t>-Z_]+[a-zA-Z0-9_]*</a:t>
            </a:r>
            <a:endParaRPr lang="en-SI" dirty="0"/>
          </a:p>
          <a:p>
            <a:r>
              <a:rPr lang="en-SI" dirty="0"/>
              <a:t>Point: (real, real)</a:t>
            </a:r>
          </a:p>
          <a:p>
            <a:r>
              <a:rPr lang="sl-SI" dirty="0"/>
              <a:t>Area: (“f1“, “f2“, “f3“)</a:t>
            </a:r>
          </a:p>
          <a:p>
            <a:r>
              <a:rPr lang="sl-SI" dirty="0" err="1"/>
              <a:t>Count</a:t>
            </a:r>
            <a:r>
              <a:rPr lang="sl-SI" dirty="0"/>
              <a:t>: (“</a:t>
            </a:r>
            <a:r>
              <a:rPr lang="sl-SI" dirty="0" err="1"/>
              <a:t>box</a:t>
            </a:r>
            <a:r>
              <a:rPr lang="sl-SI" dirty="0"/>
              <a:t>“) </a:t>
            </a:r>
          </a:p>
        </p:txBody>
      </p:sp>
    </p:spTree>
    <p:extLst>
      <p:ext uri="{BB962C8B-B14F-4D97-AF65-F5344CB8AC3E}">
        <p14:creationId xmlns:p14="http://schemas.microsoft.com/office/powerpoint/2010/main" val="324838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DAADC98-BB52-253F-8CA3-5677C450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Ukazi	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FC1E5B4-AE72-D26B-40F0-D9193BF2D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bend(point, point, angle);</a:t>
            </a:r>
          </a:p>
          <a:p>
            <a:r>
              <a:rPr lang="en-SI" dirty="0"/>
              <a:t>line(point, point);</a:t>
            </a:r>
          </a:p>
          <a:p>
            <a:r>
              <a:rPr lang="sl-SI" dirty="0"/>
              <a:t>b</a:t>
            </a:r>
            <a:r>
              <a:rPr lang="en-SI" dirty="0"/>
              <a:t>ox(point, point);</a:t>
            </a:r>
          </a:p>
          <a:p>
            <a:r>
              <a:rPr lang="sl-SI" dirty="0"/>
              <a:t>c</a:t>
            </a:r>
            <a:r>
              <a:rPr lang="en-SI" dirty="0"/>
              <a:t>ircle(point, radius);</a:t>
            </a:r>
            <a:endParaRPr lang="sl-SI" dirty="0"/>
          </a:p>
          <a:p>
            <a:r>
              <a:rPr lang="sl-SI" dirty="0" err="1"/>
              <a:t>connect</a:t>
            </a:r>
            <a:r>
              <a:rPr lang="sl-SI" dirty="0"/>
              <a:t>(block1, block2);</a:t>
            </a:r>
          </a:p>
          <a:p>
            <a:r>
              <a:rPr lang="sl-SI" dirty="0"/>
              <a:t>area(bloc1,bloc2…);</a:t>
            </a:r>
          </a:p>
          <a:p>
            <a:r>
              <a:rPr lang="sl-SI" dirty="0" err="1"/>
              <a:t>count</a:t>
            </a:r>
            <a:r>
              <a:rPr lang="sl-SI" dirty="0"/>
              <a:t>(</a:t>
            </a:r>
            <a:r>
              <a:rPr lang="sl-SI" dirty="0" err="1"/>
              <a:t>type</a:t>
            </a:r>
            <a:r>
              <a:rPr lang="sl-SI" dirty="0"/>
              <a:t>);</a:t>
            </a:r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396553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79B9746-55B6-2D15-5DFD-EFA6EE99E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Set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178DF5C-8DA9-4B3A-63E5-0D245033C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Spremeni lastnost  določenega objekta ali spremenljivke.</a:t>
            </a:r>
          </a:p>
          <a:p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46D2206B-7B24-196A-191F-232A0B825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08" y="2628461"/>
            <a:ext cx="6197382" cy="288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E937920-545F-C1E1-4814-06278521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Get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62A443D-8E09-1C9A-FFB8-130B95A48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Pridobi trenutno vrednost lastnosti iz objekta, bloka ali spremenljivke.</a:t>
            </a:r>
          </a:p>
          <a:p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405245C5-0740-9925-46FE-00732AD97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29063"/>
            <a:ext cx="10831437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40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97109BF-9F49-B588-01FB-54F195BA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Area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64A765A-53B7-5023-0FE0-25117DAB5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Izračuna površino enega ali več blokov.</a:t>
            </a:r>
          </a:p>
          <a:p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720686D-831C-2B27-9BCA-6CC5F8176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283" y="2294371"/>
            <a:ext cx="7251529" cy="456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5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BBB78E9-8235-FB71-4419-426E2594D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Count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8462D6E1-EAB6-EB31-9157-BD313CBCB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Funkcija, ki prešteje število določenih elementov (</a:t>
            </a:r>
            <a:r>
              <a:rPr lang="sl-SI" dirty="0" err="1"/>
              <a:t>circel</a:t>
            </a:r>
            <a:r>
              <a:rPr lang="sl-SI" dirty="0"/>
              <a:t>, </a:t>
            </a:r>
            <a:r>
              <a:rPr lang="sl-SI" dirty="0" err="1"/>
              <a:t>boc</a:t>
            </a:r>
            <a:r>
              <a:rPr lang="sl-SI" dirty="0"/>
              <a:t>, marker)</a:t>
            </a:r>
          </a:p>
          <a:p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CC30D9B6-D3A5-D377-1D1F-4828156E7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827" y="2365469"/>
            <a:ext cx="7299581" cy="449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31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098C50C-932E-2719-7ACE-FAFA3E70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Let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2A1894C-45CB-1F0E-4626-0D28BC578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Omogoča shranjevanje blokov, ukazov za izris in izrazov v spremenljivke, ki jih lahko kasenje uporabimo</a:t>
            </a:r>
          </a:p>
          <a:p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43B21C3A-7560-B38A-833C-7A6FDE13C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68" y="2899793"/>
            <a:ext cx="4924000" cy="137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40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3D95411-B76F-9D8E-AE86-52825698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Connect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6DEFE00-236D-97DE-27C3-9A306FBE9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Ukaz, ki samodejno poveže dva bloka ali točki z linijo.</a:t>
            </a:r>
          </a:p>
          <a:p>
            <a:r>
              <a:rPr lang="sl-SI" dirty="0"/>
              <a:t>Lahko pa se povezava ustvari tudi s krivuljo, če je to primerneje glede na postavitev točk.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9CAC92E-9533-A9F8-98F6-D6F4F31FE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08785"/>
            <a:ext cx="5534797" cy="2362530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A07EECFB-D8B6-403F-E252-6202473A2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743" y="3808050"/>
            <a:ext cx="2961827" cy="13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67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DBBE5F1-2F11-7873-11E6-192FAAC3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Sladkroček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7579530-EBE4-1AB6-49EA-1E612C357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Omogoča krajšo in bolj berljivo zapisovanje povezav med točkami z uporabo poenostavljene sintakse.</a:t>
            </a:r>
          </a:p>
          <a:p>
            <a:endParaRPr lang="sl-SI" dirty="0"/>
          </a:p>
          <a:p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186D2000-FA45-EC96-F4E4-A70583C7A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309" y="2783254"/>
            <a:ext cx="5582429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992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43EF0A-5EF0-0BC1-212C-71E42FEE6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1. Primer postaje za pridobivanje energije</a:t>
            </a: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9F0F8223-627C-6646-6D6A-E53DA9197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450209" cy="4351338"/>
          </a:xfr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C1EABB47-B958-7404-F9F6-BA0065048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500" y="1423185"/>
            <a:ext cx="4644313" cy="492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22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6AEC2F7-C7BA-F5C5-3345-86DA8427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2. Štetje krogov</a:t>
            </a: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D6A5F910-59DC-D372-9CDB-B5A97419A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8779" y="1984199"/>
            <a:ext cx="5983077" cy="3790958"/>
          </a:xfrm>
        </p:spPr>
      </p:pic>
    </p:spTree>
    <p:extLst>
      <p:ext uri="{BB962C8B-B14F-4D97-AF65-F5344CB8AC3E}">
        <p14:creationId xmlns:p14="http://schemas.microsoft.com/office/powerpoint/2010/main" val="3700852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EEA3C40-15A7-767F-3E40-ADA34CF8C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3. Preverjanje </a:t>
            </a:r>
            <a:r>
              <a:rPr lang="sl-SI" dirty="0" err="1"/>
              <a:t>povšine</a:t>
            </a:r>
            <a:endParaRPr lang="sl-SI" dirty="0"/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3F6A57E2-079A-1CDA-FA2F-5F7AE34A2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8454" y="1918405"/>
            <a:ext cx="4848902" cy="3896269"/>
          </a:xfrm>
        </p:spPr>
      </p:pic>
    </p:spTree>
    <p:extLst>
      <p:ext uri="{BB962C8B-B14F-4D97-AF65-F5344CB8AC3E}">
        <p14:creationId xmlns:p14="http://schemas.microsoft.com/office/powerpoint/2010/main" val="1780422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E339C2E-56DA-A554-C91E-8FF4AF46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4. Uporaba </a:t>
            </a:r>
            <a:r>
              <a:rPr lang="sl-SI" dirty="0" err="1"/>
              <a:t>connect</a:t>
            </a:r>
            <a:endParaRPr lang="sl-SI" dirty="0"/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8DD2B3F1-B726-7E90-B5BC-26C301AEC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7737" y="1480506"/>
            <a:ext cx="6076525" cy="4809604"/>
          </a:xfrm>
        </p:spPr>
      </p:pic>
    </p:spTree>
    <p:extLst>
      <p:ext uri="{BB962C8B-B14F-4D97-AF65-F5344CB8AC3E}">
        <p14:creationId xmlns:p14="http://schemas.microsoft.com/office/powerpoint/2010/main" val="1404193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4EB23BD-8872-FC7B-76BB-5A71A99D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5. Prikaz senzorjev z atributi</a:t>
            </a: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68C78230-3613-53DE-56C1-DE7DDA1062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2989" y="1690688"/>
            <a:ext cx="4637382" cy="4351338"/>
          </a:xfrm>
        </p:spPr>
      </p:pic>
    </p:spTree>
    <p:extLst>
      <p:ext uri="{BB962C8B-B14F-4D97-AF65-F5344CB8AC3E}">
        <p14:creationId xmlns:p14="http://schemas.microsoft.com/office/powerpoint/2010/main" val="3671947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6056AFA-C8E5-5F18-3354-20C680924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6. Izris </a:t>
            </a:r>
            <a:r>
              <a:rPr lang="sl-SI" dirty="0" err="1"/>
              <a:t>box</a:t>
            </a:r>
            <a:r>
              <a:rPr lang="sl-SI" dirty="0"/>
              <a:t> in </a:t>
            </a:r>
            <a:r>
              <a:rPr lang="sl-SI" dirty="0" err="1"/>
              <a:t>circle</a:t>
            </a:r>
            <a:r>
              <a:rPr lang="sl-SI" dirty="0"/>
              <a:t> in uporaba let</a:t>
            </a: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A87AD9F9-33A0-0604-5C3D-5BA31C72D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7250" y="2091294"/>
            <a:ext cx="5362705" cy="3776106"/>
          </a:xfrm>
        </p:spPr>
      </p:pic>
    </p:spTree>
    <p:extLst>
      <p:ext uri="{BB962C8B-B14F-4D97-AF65-F5344CB8AC3E}">
        <p14:creationId xmlns:p14="http://schemas.microsoft.com/office/powerpoint/2010/main" val="2708142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34743FF-389B-68C7-5AB3-371480B1E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7. Set</a:t>
            </a: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B04797AF-37A1-4BD2-141B-73D37BB7E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7079" y="2200612"/>
            <a:ext cx="7629655" cy="2456776"/>
          </a:xfrm>
        </p:spPr>
      </p:pic>
    </p:spTree>
    <p:extLst>
      <p:ext uri="{BB962C8B-B14F-4D97-AF65-F5344CB8AC3E}">
        <p14:creationId xmlns:p14="http://schemas.microsoft.com/office/powerpoint/2010/main" val="391928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6946354-6103-6DE1-E49D-46074B2D2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8. </a:t>
            </a:r>
            <a:r>
              <a:rPr lang="sl-SI" dirty="0" err="1"/>
              <a:t>Get</a:t>
            </a:r>
            <a:endParaRPr lang="sl-SI" dirty="0"/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78DC25C7-A847-9A2A-354B-2F385CB8C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3924" y="2662957"/>
            <a:ext cx="7932899" cy="1680443"/>
          </a:xfrm>
        </p:spPr>
      </p:pic>
    </p:spTree>
    <p:extLst>
      <p:ext uri="{BB962C8B-B14F-4D97-AF65-F5344CB8AC3E}">
        <p14:creationId xmlns:p14="http://schemas.microsoft.com/office/powerpoint/2010/main" val="151986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BB44E93-63FD-601F-ED9A-72238A031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9. </a:t>
            </a:r>
            <a:r>
              <a:rPr lang="sl-SI" dirty="0" err="1"/>
              <a:t>Connect</a:t>
            </a:r>
            <a:r>
              <a:rPr lang="sl-SI" dirty="0"/>
              <a:t> s krivuljo</a:t>
            </a: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A4A6C764-2794-82FA-4C42-921C4DA81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2304027"/>
            <a:ext cx="6715512" cy="3311602"/>
          </a:xfrm>
        </p:spPr>
      </p:pic>
    </p:spTree>
    <p:extLst>
      <p:ext uri="{BB962C8B-B14F-4D97-AF65-F5344CB8AC3E}">
        <p14:creationId xmlns:p14="http://schemas.microsoft.com/office/powerpoint/2010/main" val="2583785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3E8FB08-C3FA-FA66-B143-3888150C2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10. Uporaba </a:t>
            </a:r>
            <a:r>
              <a:rPr lang="sl-SI" dirty="0" err="1"/>
              <a:t>sldakorčka</a:t>
            </a:r>
            <a:endParaRPr lang="sl-SI" dirty="0"/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509E9BCC-6F3C-2EB1-75A9-70BEA99F0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359" y="2353307"/>
            <a:ext cx="7689772" cy="3504567"/>
          </a:xfrm>
        </p:spPr>
      </p:pic>
    </p:spTree>
    <p:extLst>
      <p:ext uri="{BB962C8B-B14F-4D97-AF65-F5344CB8AC3E}">
        <p14:creationId xmlns:p14="http://schemas.microsoft.com/office/powerpoint/2010/main" val="3447867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sar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308</Words>
  <Application>Microsoft Office PowerPoint</Application>
  <PresentationFormat>Širokozaslonsko</PresentationFormat>
  <Paragraphs>58</Paragraphs>
  <Slides>22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Officeova tema</vt:lpstr>
      <vt:lpstr>Zelena  Mreža </vt:lpstr>
      <vt:lpstr>Ključne besede </vt:lpstr>
      <vt:lpstr>Struktura jezika</vt:lpstr>
      <vt:lpstr>Podatkovni tipi</vt:lpstr>
      <vt:lpstr>Ukazi </vt:lpstr>
      <vt:lpstr>Set</vt:lpstr>
      <vt:lpstr>Get</vt:lpstr>
      <vt:lpstr>Area</vt:lpstr>
      <vt:lpstr>Count</vt:lpstr>
      <vt:lpstr>Let</vt:lpstr>
      <vt:lpstr>Connect</vt:lpstr>
      <vt:lpstr>Sladkroček</vt:lpstr>
      <vt:lpstr>1. Primer postaje za pridobivanje energije</vt:lpstr>
      <vt:lpstr>2. Štetje krogov</vt:lpstr>
      <vt:lpstr>3. Preverjanje povšine</vt:lpstr>
      <vt:lpstr>4. Uporaba connect</vt:lpstr>
      <vt:lpstr>5. Prikaz senzorjev z atributi</vt:lpstr>
      <vt:lpstr>6. Izris box in circle in uporaba let</vt:lpstr>
      <vt:lpstr>7. Set</vt:lpstr>
      <vt:lpstr>8. Get</vt:lpstr>
      <vt:lpstr>9. Connect s krivuljo</vt:lpstr>
      <vt:lpstr>10. Uporaba sldakorčka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jurij beber</dc:creator>
  <cp:lastModifiedBy>jurij beber</cp:lastModifiedBy>
  <cp:revision>3</cp:revision>
  <dcterms:created xsi:type="dcterms:W3CDTF">2025-05-28T07:03:17Z</dcterms:created>
  <dcterms:modified xsi:type="dcterms:W3CDTF">2025-05-28T08:25:28Z</dcterms:modified>
</cp:coreProperties>
</file>